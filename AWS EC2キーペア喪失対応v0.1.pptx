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1" r:id="rId1"/>
  </p:sldMasterIdLst>
  <p:notesMasterIdLst>
    <p:notesMasterId r:id="rId6"/>
  </p:notesMasterIdLst>
  <p:handoutMasterIdLst>
    <p:handoutMasterId r:id="rId7"/>
  </p:handoutMasterIdLst>
  <p:sldIdLst>
    <p:sldId id="392" r:id="rId2"/>
    <p:sldId id="406" r:id="rId3"/>
    <p:sldId id="408" r:id="rId4"/>
    <p:sldId id="407" r:id="rId5"/>
  </p:sldIdLst>
  <p:sldSz cx="9144000" cy="6858000" type="screen4x3"/>
  <p:notesSz cx="7099300" cy="10234613"/>
  <p:custDataLst>
    <p:tags r:id="rId8"/>
  </p:custDataLst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FF9900"/>
    <a:srgbClr val="0000FF"/>
    <a:srgbClr val="007033"/>
    <a:srgbClr val="008A3E"/>
    <a:srgbClr val="609ED6"/>
    <a:srgbClr val="99CCFF"/>
    <a:srgbClr val="66CCFF"/>
    <a:srgbClr val="0033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3" autoAdjust="0"/>
    <p:restoredTop sz="99643" autoAdjust="0"/>
  </p:normalViewPr>
  <p:slideViewPr>
    <p:cSldViewPr snapToGrid="0">
      <p:cViewPr varScale="1">
        <p:scale>
          <a:sx n="76" d="100"/>
          <a:sy n="76" d="100"/>
        </p:scale>
        <p:origin x="1384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856" y="-78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t" anchorCtr="0" compatLnSpc="1">
            <a:prstTxWarp prst="textNoShape">
              <a:avLst/>
            </a:prstTxWarp>
          </a:bodyPr>
          <a:lstStyle>
            <a:lvl1pPr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t" anchorCtr="0" compatLnSpc="1">
            <a:prstTxWarp prst="textNoShape">
              <a:avLst/>
            </a:prstTxWarp>
          </a:bodyPr>
          <a:lstStyle>
            <a:lvl1pPr algn="r"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21EEA4EC-110F-4EBE-8324-45D9533D5526}" type="datetimeFigureOut">
              <a:rPr lang="ja-JP" altLang="en-US"/>
              <a:pPr>
                <a:defRPr/>
              </a:pPr>
              <a:t>2026/4/7</a:t>
            </a:fld>
            <a:endParaRPr lang="en-US" altLang="ja-JP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b" anchorCtr="0" compatLnSpc="1">
            <a:prstTxWarp prst="textNoShape">
              <a:avLst/>
            </a:prstTxWarp>
          </a:bodyPr>
          <a:lstStyle>
            <a:lvl1pPr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b" anchorCtr="0" compatLnSpc="1">
            <a:prstTxWarp prst="textNoShape">
              <a:avLst/>
            </a:prstTxWarp>
          </a:bodyPr>
          <a:lstStyle>
            <a:lvl1pPr algn="r"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C68A9FDE-10FD-45DA-A1F0-F8F5C3264679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356126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t" anchorCtr="0" compatLnSpc="1">
            <a:prstTxWarp prst="textNoShape">
              <a:avLst/>
            </a:prstTxWarp>
          </a:bodyPr>
          <a:lstStyle>
            <a:lvl1pPr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t" anchorCtr="0" compatLnSpc="1">
            <a:prstTxWarp prst="textNoShape">
              <a:avLst/>
            </a:prstTxWarp>
          </a:bodyPr>
          <a:lstStyle>
            <a:lvl1pPr algn="r"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905D0ECA-68A4-4E95-906C-2D1519606506}" type="datetimeFigureOut">
              <a:rPr lang="ja-JP" altLang="en-US"/>
              <a:pPr>
                <a:defRPr/>
              </a:pPr>
              <a:t>2026/4/7</a:t>
            </a:fld>
            <a:endParaRPr lang="en-US" altLang="ja-JP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b" anchorCtr="0" compatLnSpc="1">
            <a:prstTxWarp prst="textNoShape">
              <a:avLst/>
            </a:prstTxWarp>
          </a:bodyPr>
          <a:lstStyle>
            <a:lvl1pPr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40" tIns="47320" rIns="94640" bIns="47320" numCol="1" anchor="b" anchorCtr="0" compatLnSpc="1">
            <a:prstTxWarp prst="textNoShape">
              <a:avLst/>
            </a:prstTxWarp>
          </a:bodyPr>
          <a:lstStyle>
            <a:lvl1pPr algn="r" defTabSz="946150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E411F456-129C-4679-AE79-8CAE1F5EB502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6775072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spcBef>
                <a:spcPct val="0"/>
              </a:spcBef>
            </a:pPr>
            <a:endParaRPr lang="ja-JP" altLang="en-US" sz="1800"/>
          </a:p>
        </p:txBody>
      </p:sp>
      <p:sp>
        <p:nvSpPr>
          <p:cNvPr id="13316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1354DFD-A574-4020-9875-E8EE80E50137}" type="slidenum">
              <a:rPr lang="ja-JP" altLang="en-US"/>
              <a:pPr algn="r" eaLnBrk="1" hangingPunct="1">
                <a:spcBef>
                  <a:spcPct val="0"/>
                </a:spcBef>
              </a:pPr>
              <a:t>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79519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84964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46194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92188" y="768350"/>
            <a:ext cx="5114925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ノート プレースホルダー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ja-JP" altLang="en-US"/>
          </a:p>
        </p:txBody>
      </p:sp>
      <p:sp>
        <p:nvSpPr>
          <p:cNvPr id="14340" name="スライド番号プレースホルダー 3"/>
          <p:cNvSpPr txBox="1">
            <a:spLocks noGrp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40" tIns="47320" rIns="94640" bIns="47320" anchor="b"/>
          <a:lstStyle>
            <a:lvl1pPr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1pPr>
            <a:lvl2pPr marL="768350" indent="-295275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2pPr>
            <a:lvl3pPr marL="118268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3pPr>
            <a:lvl4pPr marL="1655763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4pPr>
            <a:lvl5pPr marL="2128838" indent="-236538" defTabSz="9461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5pPr>
            <a:lvl6pPr marL="25860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6pPr>
            <a:lvl7pPr marL="30432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7pPr>
            <a:lvl8pPr marL="35004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8pPr>
            <a:lvl9pPr marL="3957638" indent="-236538" defTabSz="94615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itchFamily="34" charset="0"/>
                <a:ea typeface="ＭＳ Ｐゴシック" pitchFamily="50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9EDEEC-12B0-467D-849C-FC255EDD81CA}" type="slidenum">
              <a:rPr lang="ja-JP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84651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/>
          <p:cNvSpPr/>
          <p:nvPr/>
        </p:nvSpPr>
        <p:spPr>
          <a:xfrm>
            <a:off x="251520" y="863001"/>
            <a:ext cx="8712968" cy="45719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ja-JP" altLang="en-US" dirty="0"/>
          </a:p>
        </p:txBody>
      </p:sp>
      <p:sp>
        <p:nvSpPr>
          <p:cNvPr id="6" name="テキスト ボックス 9"/>
          <p:cNvSpPr txBox="1">
            <a:spLocks noChangeArrowheads="1"/>
          </p:cNvSpPr>
          <p:nvPr/>
        </p:nvSpPr>
        <p:spPr bwMode="auto">
          <a:xfrm>
            <a:off x="-36000" y="-46800"/>
            <a:ext cx="3240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r>
              <a:rPr lang="en-US" altLang="ja-JP" sz="1400" b="1" dirty="0">
                <a:solidFill>
                  <a:srgbClr val="C00000"/>
                </a:solidFill>
              </a:rPr>
              <a:t>EFW MAKE IT EASY</a:t>
            </a:r>
            <a:endParaRPr lang="ja-JP" altLang="en-US" sz="1400" b="1" dirty="0">
              <a:solidFill>
                <a:srgbClr val="C00000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288" y="6519863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tx2"/>
                </a:solidFill>
                <a:latin typeface="MS UI Gothic" pitchFamily="50" charset="-128"/>
                <a:ea typeface="MS UI Gothic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57200" y="991269"/>
            <a:ext cx="8229600" cy="5246043"/>
          </a:xfrm>
        </p:spPr>
        <p:txBody>
          <a:bodyPr>
            <a:normAutofit/>
          </a:bodyPr>
          <a:lstStyle>
            <a:lvl1pPr>
              <a:defRPr sz="1800">
                <a:latin typeface="MS UI Gothic" pitchFamily="50" charset="-128"/>
                <a:ea typeface="MS UI Gothic" pitchFamily="50" charset="-128"/>
              </a:defRPr>
            </a:lvl1pPr>
            <a:lvl2pPr>
              <a:defRPr sz="1800">
                <a:latin typeface="MS UI Gothic" pitchFamily="50" charset="-128"/>
                <a:ea typeface="MS UI Gothic" pitchFamily="50" charset="-128"/>
              </a:defRPr>
            </a:lvl2pPr>
            <a:lvl3pPr>
              <a:defRPr sz="1800">
                <a:latin typeface="MS UI Gothic" pitchFamily="50" charset="-128"/>
                <a:ea typeface="MS UI Gothic" pitchFamily="50" charset="-128"/>
              </a:defRPr>
            </a:lvl3pPr>
            <a:lvl4pPr>
              <a:defRPr sz="1800">
                <a:latin typeface="MS UI Gothic" pitchFamily="50" charset="-128"/>
                <a:ea typeface="MS UI Gothic" pitchFamily="50" charset="-128"/>
              </a:defRPr>
            </a:lvl4pPr>
            <a:lvl5pPr>
              <a:defRPr sz="1800">
                <a:latin typeface="MS UI Gothic" pitchFamily="50" charset="-128"/>
                <a:ea typeface="MS UI Gothic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8" name="スライド番号プレースホルダー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B2CBF0-9F56-4157-9FC0-529FA0A011B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48375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1" name="スライド番号プレースホルダー 1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fld id="{E5AA8DC3-14C1-4C98-A520-5519C9F789F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/>
          <p:cNvSpPr txBox="1">
            <a:spLocks/>
          </p:cNvSpPr>
          <p:nvPr/>
        </p:nvSpPr>
        <p:spPr bwMode="auto">
          <a:xfrm>
            <a:off x="698500" y="2422525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Arial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r>
              <a:rPr lang="en-US" altLang="ja-JP" sz="3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AWS</a:t>
            </a:r>
            <a:r>
              <a:rPr lang="ja-JP" altLang="en-US" sz="3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　</a:t>
            </a:r>
            <a:r>
              <a:rPr lang="en-US" altLang="ja-JP" sz="3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EC2</a:t>
            </a:r>
            <a:r>
              <a:rPr lang="ja-JP" altLang="en-US" sz="36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キーペア喪失対応</a:t>
            </a:r>
            <a:endParaRPr lang="en-US" altLang="ja-JP" sz="3600" dirty="0"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  <a:p>
            <a:r>
              <a:rPr lang="en-US" altLang="ja-JP" sz="1400" dirty="0">
                <a:latin typeface="Meiryo UI" pitchFamily="50" charset="-128"/>
                <a:ea typeface="Meiryo UI" pitchFamily="50" charset="-128"/>
                <a:cs typeface="Meiryo UI" pitchFamily="50" charset="-128"/>
              </a:rPr>
              <a:t>V1.0</a:t>
            </a:r>
          </a:p>
        </p:txBody>
      </p:sp>
      <p:sp>
        <p:nvSpPr>
          <p:cNvPr id="8" name="タイトル 1"/>
          <p:cNvSpPr txBox="1">
            <a:spLocks/>
          </p:cNvSpPr>
          <p:nvPr/>
        </p:nvSpPr>
        <p:spPr bwMode="auto">
          <a:xfrm>
            <a:off x="0" y="4365625"/>
            <a:ext cx="91440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エスコ・ジャパン株式会社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2026.04.06</a:t>
            </a:r>
            <a:endParaRPr lang="ja-JP" altLang="en-US" sz="2400" dirty="0"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１．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 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新しいキーペアを作る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C1D6E47-107B-423E-A98B-A72BBBBBA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4954"/>
            <a:ext cx="4572000" cy="268605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A41601E-5E05-49F4-9F58-0F7FA7C6FF1E}"/>
              </a:ext>
            </a:extLst>
          </p:cNvPr>
          <p:cNvSpPr/>
          <p:nvPr/>
        </p:nvSpPr>
        <p:spPr>
          <a:xfrm>
            <a:off x="0" y="2791898"/>
            <a:ext cx="899532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C23E9B8-B644-429F-BFB5-1D8FFCD42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44954"/>
            <a:ext cx="4572000" cy="2686050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8156F15-3BB8-42FE-B67A-2471C0063DFE}"/>
              </a:ext>
            </a:extLst>
          </p:cNvPr>
          <p:cNvSpPr/>
          <p:nvPr/>
        </p:nvSpPr>
        <p:spPr>
          <a:xfrm>
            <a:off x="8244468" y="1685950"/>
            <a:ext cx="899532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2E404DF-D66F-4259-B747-FFD4EC675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856853"/>
            <a:ext cx="4572000" cy="2686050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66F7AB1-017B-4098-B894-B8CBD1CE3946}"/>
              </a:ext>
            </a:extLst>
          </p:cNvPr>
          <p:cNvSpPr/>
          <p:nvPr/>
        </p:nvSpPr>
        <p:spPr>
          <a:xfrm>
            <a:off x="115540" y="4538842"/>
            <a:ext cx="899532" cy="9391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0377FB9-C8F9-42BB-90A0-F58228E89557}"/>
              </a:ext>
            </a:extLst>
          </p:cNvPr>
          <p:cNvSpPr/>
          <p:nvPr/>
        </p:nvSpPr>
        <p:spPr>
          <a:xfrm>
            <a:off x="3598373" y="6048564"/>
            <a:ext cx="899532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12359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7AD5FE4-58D6-4A80-BDEB-C84C14BAD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75" y="1044954"/>
            <a:ext cx="3209925" cy="4552950"/>
          </a:xfrm>
          <a:prstGeom prst="rect">
            <a:avLst/>
          </a:prstGeom>
        </p:spPr>
      </p:pic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２．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 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新しいキーペアファイルの権限を設定する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A41601E-5E05-49F4-9F58-0F7FA7C6FF1E}"/>
              </a:ext>
            </a:extLst>
          </p:cNvPr>
          <p:cNvSpPr/>
          <p:nvPr/>
        </p:nvSpPr>
        <p:spPr>
          <a:xfrm>
            <a:off x="2348918" y="4746785"/>
            <a:ext cx="899532" cy="2616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6A7EE097-55B7-4DE7-B1C2-B7EB93D54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598" y="1052614"/>
            <a:ext cx="5674375" cy="4370023"/>
          </a:xfrm>
          <a:prstGeom prst="rect">
            <a:avLst/>
          </a:prstGeom>
        </p:spPr>
      </p:pic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0377FB9-C8F9-42BB-90A0-F58228E89557}"/>
              </a:ext>
            </a:extLst>
          </p:cNvPr>
          <p:cNvSpPr/>
          <p:nvPr/>
        </p:nvSpPr>
        <p:spPr>
          <a:xfrm>
            <a:off x="3497704" y="4835813"/>
            <a:ext cx="973627" cy="3068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吹き出し: 角を丸めた四角形 12">
            <a:extLst>
              <a:ext uri="{FF2B5EF4-FFF2-40B4-BE49-F238E27FC236}">
                <a16:creationId xmlns:a16="http://schemas.microsoft.com/office/drawing/2014/main" id="{03E64A60-29CE-465A-9DE5-F70123F49CEB}"/>
              </a:ext>
            </a:extLst>
          </p:cNvPr>
          <p:cNvSpPr/>
          <p:nvPr/>
        </p:nvSpPr>
        <p:spPr>
          <a:xfrm>
            <a:off x="4630723" y="5327009"/>
            <a:ext cx="2181138" cy="973123"/>
          </a:xfrm>
          <a:prstGeom prst="wedgeRoundRectCallout">
            <a:avLst>
              <a:gd name="adj1" fmla="val -51987"/>
              <a:gd name="adj2" fmla="val -73707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継承を削除します。</a:t>
            </a:r>
          </a:p>
        </p:txBody>
      </p:sp>
      <p:sp>
        <p:nvSpPr>
          <p:cNvPr id="18" name="吹き出し: 角を丸めた四角形 17">
            <a:extLst>
              <a:ext uri="{FF2B5EF4-FFF2-40B4-BE49-F238E27FC236}">
                <a16:creationId xmlns:a16="http://schemas.microsoft.com/office/drawing/2014/main" id="{B4907F80-66D6-48B1-A9B8-8F84220B8889}"/>
              </a:ext>
            </a:extLst>
          </p:cNvPr>
          <p:cNvSpPr/>
          <p:nvPr/>
        </p:nvSpPr>
        <p:spPr>
          <a:xfrm>
            <a:off x="6246785" y="3283648"/>
            <a:ext cx="2181138" cy="973123"/>
          </a:xfrm>
          <a:prstGeom prst="wedgeRoundRectCallout">
            <a:avLst>
              <a:gd name="adj1" fmla="val -56987"/>
              <a:gd name="adj2" fmla="val -71121"/>
              <a:gd name="adj3" fmla="val 16667"/>
            </a:avLst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自分のアカウントを残します。ほかのアカウントを全部削除します。</a:t>
            </a:r>
          </a:p>
        </p:txBody>
      </p:sp>
    </p:spTree>
    <p:extLst>
      <p:ext uri="{BB962C8B-B14F-4D97-AF65-F5344CB8AC3E}">
        <p14:creationId xmlns:p14="http://schemas.microsoft.com/office/powerpoint/2010/main" val="770013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>
            <a:extLst>
              <a:ext uri="{FF2B5EF4-FFF2-40B4-BE49-F238E27FC236}">
                <a16:creationId xmlns:a16="http://schemas.microsoft.com/office/drawing/2014/main" id="{2B457CF4-A05B-46FC-B45D-920F15744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552" y="3879087"/>
            <a:ext cx="4572000" cy="2686050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99DA8197-80D7-492D-AA73-F5AF71165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72" y="1867654"/>
            <a:ext cx="5144359" cy="2464661"/>
          </a:xfrm>
          <a:prstGeom prst="rect">
            <a:avLst/>
          </a:prstGeom>
        </p:spPr>
      </p:pic>
      <p:sp>
        <p:nvSpPr>
          <p:cNvPr id="4099" name="スライド番号プレースホルダー 3"/>
          <p:cNvSpPr txBox="1">
            <a:spLocks/>
          </p:cNvSpPr>
          <p:nvPr/>
        </p:nvSpPr>
        <p:spPr bwMode="auto">
          <a:xfrm>
            <a:off x="6948488" y="6492875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charset="0"/>
              <a:buChar char="•"/>
              <a:defRPr kumimoji="1"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kumimoji="1"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kumimoji="1"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kumimoji="1"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kumimoji="1"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E58FAC8A-E6DC-4B55-B38E-E698B51BB229}" type="slidenum">
              <a:rPr lang="ja-JP" altLang="en-US" sz="1200">
                <a:solidFill>
                  <a:srgbClr val="898989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ja-JP" sz="1200">
              <a:solidFill>
                <a:srgbClr val="898989"/>
              </a:solidFill>
              <a:latin typeface="Meiryo UI" pitchFamily="50" charset="-128"/>
              <a:ea typeface="Meiryo UI" pitchFamily="50" charset="-128"/>
              <a:cs typeface="Meiryo UI" pitchFamily="50" charset="-128"/>
            </a:endParaRPr>
          </a:p>
        </p:txBody>
      </p:sp>
      <p:sp>
        <p:nvSpPr>
          <p:cNvPr id="3" name="AutoShape 6" descr="「我反正信了。」の画像検索結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 idx="4294967295"/>
          </p:nvPr>
        </p:nvSpPr>
        <p:spPr>
          <a:xfrm>
            <a:off x="251136" y="273922"/>
            <a:ext cx="8229600" cy="561975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latinLnBrk="1" hangingPunct="1">
              <a:lnSpc>
                <a:spcPct val="110000"/>
              </a:lnSpc>
              <a:spcBef>
                <a:spcPct val="25000"/>
              </a:spcBef>
            </a:pP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２．</a:t>
            </a:r>
            <a:r>
              <a:rPr lang="en-US" altLang="ja-JP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 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ダウンロードされた</a:t>
            </a:r>
            <a:r>
              <a:rPr lang="en-US" altLang="ja-JP" sz="2800" dirty="0" err="1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pem</a:t>
            </a:r>
            <a:r>
              <a:rPr lang="ja-JP" altLang="en-US" sz="2800" dirty="0">
                <a:solidFill>
                  <a:schemeClr val="tx2"/>
                </a:solidFill>
                <a:latin typeface="Meiryo UI" pitchFamily="50" charset="-128"/>
                <a:ea typeface="Meiryo UI" pitchFamily="50" charset="-128"/>
                <a:cs typeface="Meiryo UI" pitchFamily="50" charset="-128"/>
              </a:rPr>
              <a:t>ファイルの権限を設定する</a:t>
            </a:r>
          </a:p>
        </p:txBody>
      </p:sp>
      <p:sp>
        <p:nvSpPr>
          <p:cNvPr id="5" name="フローチャート: 処理 4">
            <a:extLst>
              <a:ext uri="{FF2B5EF4-FFF2-40B4-BE49-F238E27FC236}">
                <a16:creationId xmlns:a16="http://schemas.microsoft.com/office/drawing/2014/main" id="{2CBA9B73-6D24-4781-B76A-EDBA029546A4}"/>
              </a:ext>
            </a:extLst>
          </p:cNvPr>
          <p:cNvSpPr/>
          <p:nvPr/>
        </p:nvSpPr>
        <p:spPr>
          <a:xfrm>
            <a:off x="154047" y="916572"/>
            <a:ext cx="3365893" cy="823435"/>
          </a:xfrm>
          <a:prstGeom prst="flowChartProcess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C:\work&gt;ssh-keygen -y -f keypair_for_making_docker2.pem&gt;keypaire_for_making_docker2.pub</a:t>
            </a:r>
            <a:endParaRPr kumimoji="1" lang="ja-JP" altLang="en-US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DE3DB7D6-3BCD-43E6-B586-E755C8F0DB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2" y="3856853"/>
            <a:ext cx="4572000" cy="2686050"/>
          </a:xfrm>
          <a:prstGeom prst="rect">
            <a:avLst/>
          </a:prstGeom>
        </p:spPr>
      </p:pic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66F7AB1-017B-4098-B894-B8CBD1CE3946}"/>
              </a:ext>
            </a:extLst>
          </p:cNvPr>
          <p:cNvSpPr/>
          <p:nvPr/>
        </p:nvSpPr>
        <p:spPr>
          <a:xfrm>
            <a:off x="820215" y="5091900"/>
            <a:ext cx="899532" cy="2854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951DC3B-E95A-4D73-BBF7-3CEF880DB09C}"/>
              </a:ext>
            </a:extLst>
          </p:cNvPr>
          <p:cNvSpPr/>
          <p:nvPr/>
        </p:nvSpPr>
        <p:spPr>
          <a:xfrm>
            <a:off x="2063183" y="5595254"/>
            <a:ext cx="1023965" cy="2212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B6989D4-9546-4ADE-A8E2-EFD8F3320AAB}"/>
              </a:ext>
            </a:extLst>
          </p:cNvPr>
          <p:cNvSpPr/>
          <p:nvPr/>
        </p:nvSpPr>
        <p:spPr>
          <a:xfrm>
            <a:off x="2973839" y="5141282"/>
            <a:ext cx="1023965" cy="2212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8C7E171-C745-43F7-9ABE-BB3A806788AC}"/>
              </a:ext>
            </a:extLst>
          </p:cNvPr>
          <p:cNvSpPr/>
          <p:nvPr/>
        </p:nvSpPr>
        <p:spPr>
          <a:xfrm>
            <a:off x="3666434" y="650811"/>
            <a:ext cx="5477566" cy="3809151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Content-Type: multipart/mixed; boundary="//"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MIME-Version: 1.0</a:t>
            </a:r>
          </a:p>
          <a:p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--//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Content-Type: text/cloud-config; charset="us-ascii"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MIME-Version: 1.0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Content-Transfer-Encoding: 7bit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Content-Disposition: attachment; filename="cloud-config.txt"</a:t>
            </a:r>
          </a:p>
          <a:p>
            <a:endParaRPr kumimoji="1" lang="en-US" altLang="ja-JP" sz="1400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#cloud-config</a:t>
            </a:r>
          </a:p>
          <a:p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cloud_final_modules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: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- [users-groups, always]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users: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- name: ec2-user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ssh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-authorized-keys:</a:t>
            </a:r>
          </a:p>
          <a:p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   - </a:t>
            </a:r>
            <a:r>
              <a:rPr kumimoji="1" lang="en-US" altLang="ja-JP" sz="1400" dirty="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ssh-rsa</a:t>
            </a:r>
            <a:r>
              <a:rPr kumimoji="1" lang="en-US" altLang="ja-JP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 AAAAB3N</a:t>
            </a:r>
            <a:r>
              <a:rPr kumimoji="1" lang="ja-JP" altLang="en-US" sz="1400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・・・・・・</a:t>
            </a:r>
          </a:p>
        </p:txBody>
      </p:sp>
      <p:sp>
        <p:nvSpPr>
          <p:cNvPr id="23" name="矢印: 下 22">
            <a:extLst>
              <a:ext uri="{FF2B5EF4-FFF2-40B4-BE49-F238E27FC236}">
                <a16:creationId xmlns:a16="http://schemas.microsoft.com/office/drawing/2014/main" id="{D1D37120-56FC-415E-B06C-9B8DA2894121}"/>
              </a:ext>
            </a:extLst>
          </p:cNvPr>
          <p:cNvSpPr/>
          <p:nvPr/>
        </p:nvSpPr>
        <p:spPr>
          <a:xfrm>
            <a:off x="2491530" y="1644864"/>
            <a:ext cx="310393" cy="453972"/>
          </a:xfrm>
          <a:prstGeom prst="downArrow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4" name="矢印: 右 23">
            <a:extLst>
              <a:ext uri="{FF2B5EF4-FFF2-40B4-BE49-F238E27FC236}">
                <a16:creationId xmlns:a16="http://schemas.microsoft.com/office/drawing/2014/main" id="{5BF9735E-5289-427A-AB7F-D8ADFF66532F}"/>
              </a:ext>
            </a:extLst>
          </p:cNvPr>
          <p:cNvSpPr/>
          <p:nvPr/>
        </p:nvSpPr>
        <p:spPr>
          <a:xfrm>
            <a:off x="3997804" y="5213136"/>
            <a:ext cx="792310" cy="382118"/>
          </a:xfrm>
          <a:prstGeom prst="rightArrow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6" name="矢印: 下 25">
            <a:extLst>
              <a:ext uri="{FF2B5EF4-FFF2-40B4-BE49-F238E27FC236}">
                <a16:creationId xmlns:a16="http://schemas.microsoft.com/office/drawing/2014/main" id="{02A20092-B6E6-4AE2-B56A-15A6A5387412}"/>
              </a:ext>
            </a:extLst>
          </p:cNvPr>
          <p:cNvSpPr/>
          <p:nvPr/>
        </p:nvSpPr>
        <p:spPr>
          <a:xfrm>
            <a:off x="6710355" y="4379408"/>
            <a:ext cx="357816" cy="905656"/>
          </a:xfrm>
          <a:prstGeom prst="downArrow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27" name="矢印: 下 26">
            <a:extLst>
              <a:ext uri="{FF2B5EF4-FFF2-40B4-BE49-F238E27FC236}">
                <a16:creationId xmlns:a16="http://schemas.microsoft.com/office/drawing/2014/main" id="{B8766CAA-E5A1-46AC-A2B8-96A281B418F2}"/>
              </a:ext>
            </a:extLst>
          </p:cNvPr>
          <p:cNvSpPr/>
          <p:nvPr/>
        </p:nvSpPr>
        <p:spPr>
          <a:xfrm rot="18793351">
            <a:off x="3011484" y="2459147"/>
            <a:ext cx="360590" cy="1879516"/>
          </a:xfrm>
          <a:prstGeom prst="downArrow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104837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FIRST_PUBLISH" val="1"/>
  <p:tag name="ISPRING_LMS_API_VERSION" val="SCORM 1.2"/>
  <p:tag name="ISPRING_ULTRA_SCORM_COURSE_ID" val="2FB98E69-29C4-4A6B-85DC-5AA21706F4F0"/>
  <p:tag name="ISPRING_CMI5_LAUNCH_METHOD" val="any window"/>
  <p:tag name="ISPRING_SCORM_RATE_SLIDES" val="1"/>
  <p:tag name="ISPRINGCLOUDFOLDERID" val="1"/>
  <p:tag name="ISPRINGONLINEFOLDERID" val="1"/>
  <p:tag name="ISPRING_OUTPUT_FOLDER" val="[[&quot;x6\&quot;T{0A1F2BAE-1CEA-4DCF-97F0-F7F7D714EBC9}&quot;,&quot;C:\\Users\\kejun.chang\\Documents\\GitHub\\efw4_online_ppt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},&quot;advancedSettings&quot;:{&quot;enableTextAllocation&quot;:&quot;T_TRUE&quot;,&quot;viewingFromLocalDrive&quot;:&quot;T_TRUE&quot;,&quot;contentScale&quot;:75,&quot;contentScaleMode&quot;:&quot;SCAL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}"/>
  <p:tag name="ISPRING_SCORM_PASSING_SCORE" val="100.000000"/>
  <p:tag name="ISPRING_ULTRA_SCORM_COURCE_TITLE" val="EFW紹介v1.6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QUIZZES" val="0"/>
  <p:tag name="ISPRING_PRESENTATION_TITLE" val="EFW紹介v1.6"/>
</p:tagLst>
</file>

<file path=ppt/theme/theme1.xml><?xml version="1.0" encoding="utf-8"?>
<a:theme xmlns:a="http://schemas.openxmlformats.org/drawingml/2006/main" name="1_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Office ​​テーマ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 kumimoji="1" sz="1400" dirty="0" smtClean="0">
            <a:solidFill>
              <a:schemeClr val="tx1"/>
            </a:solidFill>
            <a:latin typeface="Meiryo UI" panose="020B0604030504040204" pitchFamily="50" charset="-128"/>
            <a:ea typeface="Meiryo UI" panose="020B0604030504040204" pitchFamily="50" charset="-128"/>
            <a:cs typeface="Meiryo UI" panose="020B0604030504040204" pitchFamily="50" charset="-128"/>
          </a:defRPr>
        </a:defPPr>
      </a:lstStyle>
      <a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39442</TotalTime>
  <Words>164</Words>
  <Application>Microsoft Office PowerPoint</Application>
  <PresentationFormat>画面に合わせる (4:3)</PresentationFormat>
  <Paragraphs>33</Paragraphs>
  <Slides>4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Meiryo UI</vt:lpstr>
      <vt:lpstr>MS UI Gothic</vt:lpstr>
      <vt:lpstr>Arial</vt:lpstr>
      <vt:lpstr>Calibri</vt:lpstr>
      <vt:lpstr>1_Office ​​テーマ</vt:lpstr>
      <vt:lpstr>PowerPoint プレゼンテーション</vt:lpstr>
      <vt:lpstr>１． 新しいキーペアを作る</vt:lpstr>
      <vt:lpstr>２． 新しいキーペアファイルの権限を設定する</vt:lpstr>
      <vt:lpstr>２． ダウンロードされたpemファイルの権限を設定する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EFW紹介v1.6</dc:title>
  <dc:creator>常 珂軍</dc:creator>
  <cp:lastModifiedBy>常 珂軍</cp:lastModifiedBy>
  <cp:revision>4872</cp:revision>
  <cp:lastPrinted>2012-10-25T09:56:50Z</cp:lastPrinted>
  <dcterms:modified xsi:type="dcterms:W3CDTF">2026-04-07T00:55:55Z</dcterms:modified>
</cp:coreProperties>
</file>